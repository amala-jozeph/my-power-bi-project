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BCB5D-D49E-42BB-BA53-C8AF410D818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28C35E-45A1-4F84-A744-814A1F09E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28C35E-45A1-4F84-A744-814A1F09E9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46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2639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883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7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3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6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7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7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0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715D5AE-7B8E-4462-BF23-814F115D68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8F2C2F2-EE6C-4E30-A7CA-99B14564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8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355E-D1AF-90B9-E921-31BA6FBAA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787400"/>
            <a:ext cx="10617201" cy="101237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Netflix Content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266C2-E439-EAE0-4445-4D00A9A91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799773"/>
            <a:ext cx="10804071" cy="481567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Power BI Visualization Project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Presented By: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Amala Joseph</a:t>
            </a:r>
          </a:p>
        </p:txBody>
      </p:sp>
    </p:spTree>
    <p:extLst>
      <p:ext uri="{BB962C8B-B14F-4D97-AF65-F5344CB8AC3E}">
        <p14:creationId xmlns:p14="http://schemas.microsoft.com/office/powerpoint/2010/main" val="80919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60C7-A8F6-6F9F-9EF3-5F276B6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666"/>
            <a:ext cx="9692640" cy="1325562"/>
          </a:xfrm>
        </p:spPr>
        <p:txBody>
          <a:bodyPr>
            <a:normAutofit/>
          </a:bodyPr>
          <a:lstStyle/>
          <a:p>
            <a:r>
              <a:rPr lang="en-US" sz="4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C1F44-E352-0FBB-92FE-F1F3578A3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306"/>
            <a:ext cx="10515600" cy="4750934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Analysis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Netflix’s movie &amp; TV show catalog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content distribution by type, rating, and year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 in releases over time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for platform content strategy</a:t>
            </a: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8CB4B85-91EF-A424-7558-864E5ACB1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899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872A-A17D-8206-540F-D632C9FE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58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3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74D89-05ED-99F7-4C53-C34CBDB2F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47146"/>
            <a:ext cx="10515600" cy="516799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Dataset Details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contains: Show ID, Type, Rating, Release Year, Country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</a:t>
            </a:r>
            <a:r>
              <a:rPr lang="en-US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8808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Source:Kaggle</a:t>
            </a: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 analyzed: Type, Rating, Release Year, Country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93CAB2-11FF-8C2B-B920-63544EB6A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85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393EA-6CB3-8A15-BFAD-395640846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184666"/>
            <a:ext cx="9692640" cy="1325562"/>
          </a:xfrm>
        </p:spPr>
        <p:txBody>
          <a:bodyPr>
            <a:normAutofit/>
          </a:bodyPr>
          <a:lstStyle/>
          <a:p>
            <a:r>
              <a:rPr lang="en-US" sz="4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7B15-613B-CBE8-ADEA-CD9B150CF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765300"/>
            <a:ext cx="859536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What the Dashboard Shows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KPI cards (Movie/TV Show count, releases in 2021, rating counts)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 chart of rating distribution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 chart of releases over time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 charts for content type distribution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table for show distribution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9CA89E-8811-BF29-617C-2B2F75C35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93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688E-CBD9-5D56-565F-1CDBE604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528" y="-145143"/>
            <a:ext cx="10515600" cy="1325563"/>
          </a:xfrm>
        </p:spPr>
        <p:txBody>
          <a:bodyPr/>
          <a:lstStyle/>
          <a:p>
            <a:r>
              <a:rPr lang="en-US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AF400-48FD-D912-F3B0-1C325CE7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8" y="1295400"/>
            <a:ext cx="10515600" cy="5225143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&gt; TV Shows in overall catalog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Releases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titles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distribution dominated by mature content: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TV-MA: 17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R: 15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PG: 11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TV-14: 7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releases show consistent rise after 2010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Netflix’s catalog leans toward movies and mature-rated titles, with strong growth in recent years.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96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2EF3-5531-890F-CE2A-D9338884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9" y="-28801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Type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DBBA7C-9CC1-0CE1-C3D3-54B230192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600" y="483620"/>
            <a:ext cx="11195885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Movies form the majority share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 Shows represent a smaller yet significant portion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 charts clearly show Netflix’s stronger focus on movie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36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4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 Distribution</a:t>
            </a:r>
            <a:endParaRPr lang="en-US" sz="36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 content is targeted at adults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TV-MA and R ratings have the highest counts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Family/kids ratings are comparatively low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Indicates Netflix’s main audience consumes mature genres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40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128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BB7E-FEC6-AE34-8E48-05640F877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86" y="153489"/>
            <a:ext cx="9692640" cy="1325562"/>
          </a:xfrm>
        </p:spPr>
        <p:txBody>
          <a:bodyPr/>
          <a:lstStyle/>
          <a:p>
            <a:br>
              <a:rPr lang="en-US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 Trend Over Time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19564B-B9C7-7D79-A5EE-8A8B07880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1741" y="1754188"/>
            <a:ext cx="1090971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Releases gradually increased from 1960 onwards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spike after 2010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Movies &amp; TV Shows follow the same upward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Reflects platform growth and global expansion</a:t>
            </a:r>
          </a:p>
        </p:txBody>
      </p:sp>
    </p:spTree>
    <p:extLst>
      <p:ext uri="{BB962C8B-B14F-4D97-AF65-F5344CB8AC3E}">
        <p14:creationId xmlns:p14="http://schemas.microsoft.com/office/powerpoint/2010/main" val="207763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D637-B27C-D01A-2E4C-0C405A5F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100" y="152559"/>
            <a:ext cx="9692640" cy="1325562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38D44-DF07-5F2D-07D2-5C9FE8871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20" y="1691322"/>
            <a:ext cx="11625943" cy="435133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prioritizes Movies over TV Shows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is mature-content heavy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Releases peaked post-2010, showing strong digital expansion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Variety across countries shows global content diversity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yearly releases indicate stable production 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109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C3A4-98F7-B096-E202-ED578BE3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72" y="111760"/>
            <a:ext cx="9692640" cy="1325562"/>
          </a:xfrm>
        </p:spPr>
        <p:txBody>
          <a:bodyPr/>
          <a:lstStyle/>
          <a:p>
            <a:r>
              <a:rPr lang="en-US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CA69DC-1378-6BAE-1A2E-6B61A448AB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4953" y="1663247"/>
            <a:ext cx="1119569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Netflix has a large, diverse content catalog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 of titles cater to mature audiences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shows major growth in recent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provides a clear view of type, rating, and trend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patterns</a:t>
            </a:r>
          </a:p>
        </p:txBody>
      </p:sp>
    </p:spTree>
    <p:extLst>
      <p:ext uri="{BB962C8B-B14F-4D97-AF65-F5344CB8AC3E}">
        <p14:creationId xmlns:p14="http://schemas.microsoft.com/office/powerpoint/2010/main" val="3419719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BD8A-FAC4-4F0B-8E2B-BBD87C40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30" y="437242"/>
            <a:ext cx="13977256" cy="3233058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          </a:t>
            </a:r>
            <a:r>
              <a:rPr lang="en-US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477750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17</TotalTime>
  <Words>357</Words>
  <Application>Microsoft Office PowerPoint</Application>
  <PresentationFormat>Widescreen</PresentationFormat>
  <Paragraphs>69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Aptos</vt:lpstr>
      <vt:lpstr>Arial</vt:lpstr>
      <vt:lpstr>Cambria</vt:lpstr>
      <vt:lpstr>Century Schoolbook</vt:lpstr>
      <vt:lpstr>Times New Roman</vt:lpstr>
      <vt:lpstr>Wingdings 2</vt:lpstr>
      <vt:lpstr>View</vt:lpstr>
      <vt:lpstr>Netflix Content Analysis Dashboard</vt:lpstr>
      <vt:lpstr>Objective</vt:lpstr>
      <vt:lpstr>Dataset Overview </vt:lpstr>
      <vt:lpstr>Dashboard Overview</vt:lpstr>
      <vt:lpstr>Key Metrics &amp; Insights</vt:lpstr>
      <vt:lpstr>Content Type Distribution</vt:lpstr>
      <vt:lpstr> Release Trend Over Time</vt:lpstr>
      <vt:lpstr>Major Findings</vt:lpstr>
      <vt:lpstr>Conclusion</vt:lpstr>
      <vt:lpstr>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5</cp:revision>
  <dcterms:created xsi:type="dcterms:W3CDTF">2025-12-04T12:32:09Z</dcterms:created>
  <dcterms:modified xsi:type="dcterms:W3CDTF">2025-12-12T18:04:03Z</dcterms:modified>
</cp:coreProperties>
</file>